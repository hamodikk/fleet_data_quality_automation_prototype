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us-east-1.online.tableau.com/#/site/kkucukengin-ab275138f4/workbooks/4787086/view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09D5539A-9C47-42A0-B359-B0CA1427C188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Fleet Data Quality Command Center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4A2B67DB-8CBF-4B23-8722-1BDAAC53213D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6/3/2026 5:41:14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leet Data Quality Command Center" id="2" name="slide2">
            <a:extLst>
              <a:ext uri="{FF2B5EF4-FFF2-40B4-BE49-F238E27FC236}">
                <a16:creationId xmlns:a16="http://schemas.microsoft.com/office/drawing/2014/main" id="{0037200F-1476-4577-9284-D4F1C07373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1865"/>
            <a:ext cx="12192000" cy="599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2026-06-03T05:41:14Z</dcterms:created>
  <dcterms:modified xsi:type="dcterms:W3CDTF">2026-06-03T05:41:14Z</dcterms:modified>
</cp:coreProperties>
</file>