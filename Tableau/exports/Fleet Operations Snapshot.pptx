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us-east-1.online.tableau.com/#/site/kkucukengin-ab275138f4/workbooks/4787376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382DE2B-55F8-4A9C-8898-C85C4E0B075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Fleet Operations Snapshot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6C71642-0B68-4527-9D9C-095C3D47D33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6/3/2026 7:49:59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eet Operations Snapshot" id="2" name="slide2">
            <a:extLst>
              <a:ext uri="{FF2B5EF4-FFF2-40B4-BE49-F238E27FC236}">
                <a16:creationId xmlns:a16="http://schemas.microsoft.com/office/drawing/2014/main" id="{3A7D4D98-CD7B-4EA9-AEE3-446520E98E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518"/>
            <a:ext cx="12192000" cy="638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2026-06-03T07:49:59Z</dcterms:created>
  <dcterms:modified xsi:type="dcterms:W3CDTF">2026-06-03T07:49:59Z</dcterms:modified>
</cp:coreProperties>
</file>